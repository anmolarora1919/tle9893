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7D60A-6BAA-4AA0-9F4A-2BB87AFA2D66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01C71D-BD4A-41F7-ABB8-1DB977E443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25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1C71D-BD4A-41F7-ABB8-1DB977E443E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656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1F3BF-9560-5B5B-588A-1ABBBA44B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3E678-073C-BA9D-41AC-65AE8E8B2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AF3EB-4067-5E14-31E3-5C49D55B2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A63B0-38E9-483C-9BF3-41BB3268BD51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CABA0-679F-7038-4919-29E547622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4810E-DB67-602D-82FA-EDC821696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E242-C784-41B9-95B9-6F6595FF2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718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F8AE2-EFDE-9E53-C1CA-047B4DECD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85845-9636-8EFB-22E4-6C9D70A8E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3A58D-E85F-0DC5-8964-A0702E088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A63B0-38E9-483C-9BF3-41BB3268BD51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C3189-2DDD-AEF1-06E4-E03690BC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C3DD5-A319-59FE-1FB5-F6DFBFAFB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E242-C784-41B9-95B9-6F6595FF2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39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A9B1-49B5-A58D-6A30-FC6331438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875A7-7017-DC64-CD8B-9F4B26A3C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BFC78-A7ED-869D-B353-5063C351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A63B0-38E9-483C-9BF3-41BB3268BD51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F7504-DFAF-6844-AB7C-07DAC10CD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1CB34-2093-AC30-F817-81C49AAAF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E242-C784-41B9-95B9-6F6595FF2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41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08D9B-EC8E-2894-5ACF-FCCEF5B80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3786A-72B7-AC95-F314-EAF142CD0A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0A667-A368-A05B-084D-6DF24D7B6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D3421-2858-244C-8BC6-CFAA72C11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A63B0-38E9-483C-9BF3-41BB3268BD51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BA00D-55D9-839B-10B7-3B861DB25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AE21D-7390-E06F-1B92-78AD8ED62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E242-C784-41B9-95B9-6F6595FF2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221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930D9-327E-A7DC-F8D1-2C03A2B3A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4483D-E811-4023-AFDF-6124EF6AA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C6D49-8FF6-E1FE-FDB9-5488EABE4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322F5C-1360-919C-67AA-4BA5F3DA26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5CB386-C826-BB31-FCA5-2FA6912D4B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A03721-DB61-D7B4-FE9C-1257F908E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A63B0-38E9-483C-9BF3-41BB3268BD51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C90169-AA99-0E25-A37D-2E054002C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1C0184-6C7E-65B7-DB96-04C0F884F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E242-C784-41B9-95B9-6F6595FF2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159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20B33-6F87-2174-5010-C27CF12BF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9CE9CD-142B-F056-F007-183D12F26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A63B0-38E9-483C-9BF3-41BB3268BD51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61AEC4-20C0-E8DE-994E-02319CAF4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1CF546-38FC-19B3-6659-FAF83D8D5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E242-C784-41B9-95B9-6F6595FF2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241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A9C1F4-5D46-D1DE-EEC8-B87325D8F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A63B0-38E9-483C-9BF3-41BB3268BD51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C4B7A5-6A77-0BF3-A218-E78DF98D2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EB8B2-8ED4-0458-A792-32A582370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E242-C784-41B9-95B9-6F6595FF2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373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4F4BD-1AA8-A29C-B41F-CE77F4C58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FA5E8-61CA-FCFA-57B4-50E2A5753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8A1AC2-64A7-B59D-8C27-8F9360308F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CEA0B-5495-AE91-A9B9-E7060AC9B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A63B0-38E9-483C-9BF3-41BB3268BD51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93DAFB-4CE1-8E10-E713-869405B6C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4A8E9-79D8-C05A-9162-964718A08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E242-C784-41B9-95B9-6F6595FF2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088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063E8-0417-F300-7383-EF8EC8A1C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54B607-959A-F378-EB8D-786579236B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C814C3-70E8-EDD6-572A-E35005454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363B3-3DEC-5E56-CFBD-371EB9C75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A63B0-38E9-483C-9BF3-41BB3268BD51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89DA9-2116-1371-AE8E-967FB7697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2664A1-899A-CE3E-39F2-B1F47B462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E242-C784-41B9-95B9-6F6595FF2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615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94D7A-F784-DD07-C1E8-169F2D1E8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011DE4-5EC8-030B-C65F-B730078F2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13CC4-6102-F86A-DC38-9F4F9F730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A63B0-38E9-483C-9BF3-41BB3268BD51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94D8B-521B-CBA3-D4EF-8EBC5FA28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993EB-617E-873F-AE90-28A4CE869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E242-C784-41B9-95B9-6F6595FF2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372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85B931-F404-6126-2E58-7D958A2DD7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659C2-D7F1-5112-D7A7-EE9461DE9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6EC28-C51C-1F7B-77FB-466D61B15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A63B0-38E9-483C-9BF3-41BB3268BD51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CA2EE-E0EE-63EF-FE3C-E25052C76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C6ED1-A5EE-4789-B2B2-E7E9C178A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E242-C784-41B9-95B9-6F6595FF2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509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5471CC-69F1-3B2C-9C52-C600E035C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C915F-2CF1-ECBB-B978-85BE483EA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C212A-FDDD-5AB9-9FB5-BEE076618F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DA63B0-38E9-483C-9BF3-41BB3268BD51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09972-3D01-ABA7-2980-6BA68C59F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7CBE0-B57D-CCC4-6BB2-471861A036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79E242-C784-41B9-95B9-6F6595FF2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34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A0C60-AD59-747E-BE54-E6D0C301C4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4C581-9E4C-6C2E-DAB1-0446D52018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CF455F-7CB1-6ACF-7F5E-6DC8DDEE7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455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4550D-0FCD-3FAD-4A93-6658F8397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58B7A-55EB-BAE8-821B-1394B1130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1B376B-571A-4A9B-7FEB-91EB89E55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72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B1610-6B29-6C37-681E-90B375465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8E1BA-746A-A10D-7E02-4D19E70D8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FD61C4-7E27-E427-8C2C-1E3686C6C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939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5629B-EBAB-C53A-1841-6E8325670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39FA5-1E71-46D3-0ED0-7DA1A4E2B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A00AA7-77BF-D750-774C-0935385CF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259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D017-9DA3-972C-D346-6666ABD24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53E6A-9C78-E016-BAF1-CEBE34A7A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5C4AEA-1B1C-8C84-ABC7-3162497FD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581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6EB5E-F69B-4A88-CF5E-0E43B597B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DCFDE-BCAB-3096-8017-4266DDA65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E4ED85-84C1-CAA5-37F7-31B47C67B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853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FE8AD-15C5-CCF5-C46E-ADD4C730B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D20B1-0CA7-A75D-C1C7-D5B615B2F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F2FA20-04F5-B664-0722-999434075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102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DF812-4CF1-B72B-7B8E-F6875D980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E1ADA-AE3E-A74D-1CBD-5A104C04D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BC5168-05E3-1C7A-A58F-841FCDF60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745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70FC-A4A4-5929-0D16-7D0A0D600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2DA63-8C73-EF9C-FD79-83374A33A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CD1324-221A-B17B-EE9B-54F22AF69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845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C74D8-DE8E-B184-474F-923203589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9FD2B-EFBC-E0B9-128F-92DD99AEB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5CD602-EE5E-6EC8-FC30-18003E429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34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5ED1B-1A6D-FFDB-ED3F-850114E37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38554-3A0D-A048-FFB7-C1F56480D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866BFB-B78D-70B0-78EA-CBA5BD25C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229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</Words>
  <Application>Microsoft Office PowerPoint</Application>
  <PresentationFormat>Widescreen</PresentationFormat>
  <Paragraphs>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Anmol Arora</dc:creator>
  <cp:lastModifiedBy>Anmol Arora</cp:lastModifiedBy>
  <cp:revision>2</cp:revision>
  <dcterms:created xsi:type="dcterms:W3CDTF">2026-05-16T11:41:50Z</dcterms:created>
  <dcterms:modified xsi:type="dcterms:W3CDTF">2026-05-16T11:47:54Z</dcterms:modified>
</cp:coreProperties>
</file>