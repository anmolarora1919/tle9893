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DC55B-7F1E-E360-92E4-A87974BF2B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599F46-9CCF-2886-6F1C-18F39DD527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A0064-7A7C-E272-F840-B40CC6963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DB96F-4713-4DFD-9ECE-0BBBD8D985EF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BD506-2C15-6E56-D8C4-243477934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6BBAE-50C7-BBDB-A4EB-20A1B25BA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0E54C-F49F-4C75-8B7C-5ACB516FED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2138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6181A-0242-9FBF-0E56-474372481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ECF34-F979-73CF-E671-AF2745C2D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C16DA-CD50-F1D3-1FF7-17B4863E7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DB96F-4713-4DFD-9ECE-0BBBD8D985EF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B9AA2-E509-7098-1B30-F7C1E0968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05296-A8D3-FAD8-94A1-9C3191948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0E54C-F49F-4C75-8B7C-5ACB516FED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2451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B8A46-1693-A217-A800-32EE2FFB6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E329E0-55E8-8AAE-4DE2-DC45FB5F7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A8839-E84A-16D3-8828-220C902AE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DB96F-4713-4DFD-9ECE-0BBBD8D985EF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E22E7-0107-5317-CD50-63B33A264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F9893-EC91-515B-5B2E-024CEA962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0E54C-F49F-4C75-8B7C-5ACB516FED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815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A3CCE-7FD1-60D5-E283-4E5EA8641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70E1D-0049-96B4-1206-0E028A4BFA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755930-5825-F1EC-5447-BAFE6D445A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0524F8-921F-1F5F-D944-CA5841E1D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DB96F-4713-4DFD-9ECE-0BBBD8D985EF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A265E5-3313-A1FC-A465-69C3AACB2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D468E1-EB09-93A6-462B-14A04ED6D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0E54C-F49F-4C75-8B7C-5ACB516FED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0419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8B995-9741-92B9-3445-F9BD7D270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1CCDF-8D49-7965-AF1C-5E1C1CC44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514D91-1444-3C6C-E73C-DBF040D6EF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41F89F-B0E0-3B43-7BE0-EA3BB6C74E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D7DCBD-897A-18A7-ED72-520B51F810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B0C34A-0835-0C8C-3433-0394716F1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DB96F-4713-4DFD-9ECE-0BBBD8D985EF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2AF905-8271-639B-C7D5-391A8CA64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45B112-FFF8-B53E-2734-BDD523034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0E54C-F49F-4C75-8B7C-5ACB516FED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3230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77D3A-56A8-C9E1-265B-49C38FB1F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D39F44-BECC-95B7-3AF8-152F8FAC3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DB96F-4713-4DFD-9ECE-0BBBD8D985EF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5249CE-2585-399D-864A-463061BAF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6DEAC8-F519-99F0-2EBA-797A9DAF0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0E54C-F49F-4C75-8B7C-5ACB516FED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797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255A56-9861-8E39-1540-1C69FF258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DB96F-4713-4DFD-9ECE-0BBBD8D985EF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953A81-F6C1-9B2C-5B70-9F4991354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F06C1B-86A9-E340-9CF2-73DCB340B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0E54C-F49F-4C75-8B7C-5ACB516FED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0752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C1F8A-C457-C166-6EF0-D44B90936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A13BC-C437-E96F-C8A7-30147A995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F42EE3-B853-3815-831F-70CB316F95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EC9AA8-C9E9-533A-07CE-2B3C91631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DB96F-4713-4DFD-9ECE-0BBBD8D985EF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F681C6-9EC0-CDF8-AB41-3AAA755AE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75B23-4436-6E76-CE33-AF419646C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0E54C-F49F-4C75-8B7C-5ACB516FED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1264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35B9A-6A56-9F4A-85F4-07B499453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496809-2DE8-B4E8-2FD0-B167713559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A34633-BBBD-4178-0D39-1223CAC6F3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F52991-A184-5C7E-4B24-94E89965A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DB96F-4713-4DFD-9ECE-0BBBD8D985EF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948AD3-02B1-7D90-B840-8C087629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E959A4-E434-9BF2-4611-0162E5119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0E54C-F49F-4C75-8B7C-5ACB516FED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793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C1E27-5E50-0173-8690-1416BAB65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2673EA-898D-591D-ED1A-9C19F77154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E4322-CF42-C4D4-C1C2-3447D00FF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DB96F-4713-4DFD-9ECE-0BBBD8D985EF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A2A3F-7932-363E-5FD4-CDC31CFD0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9B6C8-F60F-8709-C7C6-B8AA1A2C1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0E54C-F49F-4C75-8B7C-5ACB516FED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410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6928CE-475F-B7EA-BDA8-0D4987C21F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69F518-FF35-5986-FDA5-5EACA3899C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5EDF1-F36A-E419-7B1D-2759D758F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DB96F-4713-4DFD-9ECE-0BBBD8D985EF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9494A-118F-BC1F-F6F5-42DF2ADAB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EDADC-205F-C87B-C9D4-C7428D55A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0E54C-F49F-4C75-8B7C-5ACB516FED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590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1FCEA0-AA76-1EED-37A8-A677F1345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BCAC8A-4FE1-FC89-3791-716821195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15EBF-B0CD-3357-0790-7B978E6D71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8DB96F-4713-4DFD-9ECE-0BBBD8D985EF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CF297-0EB4-8375-563E-19971B3C88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037F1-2E29-A5B5-EBBA-EA876B4268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10E54C-F49F-4C75-8B7C-5ACB516FED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8988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0F24FE-5540-2A8C-4711-AF412402B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" y="0"/>
            <a:ext cx="121905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611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F035D-D60D-C02D-CAC7-FE31CB5A1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1EF3D-BF15-FA14-7A47-9F0437F16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C36EDC-0D19-7B90-A1E0-AD628CDE9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637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71369-D7EC-4CE5-850A-35FD88B1F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490DF-4743-9892-30F8-9274CD454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9DCC67-C94B-321A-A091-B16B9486C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779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4C22C-D25B-BD4B-E6D1-1A48098FB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EE327-5635-03B2-AB04-B59F8AC91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D8BC56-8F4D-9DA6-AEF0-D36B96B78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197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1F2A4-08AC-ED4B-6042-64A2C78C2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85A90-7A2C-B8E1-494A-2CFF810AE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A7C850-46BD-DFC7-DA0C-299EB372A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749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Anmol Arora</dc:creator>
  <cp:lastModifiedBy>Anmol Arora</cp:lastModifiedBy>
  <cp:revision>1</cp:revision>
  <dcterms:created xsi:type="dcterms:W3CDTF">2026-05-16T10:25:53Z</dcterms:created>
  <dcterms:modified xsi:type="dcterms:W3CDTF">2026-05-16T10:30:07Z</dcterms:modified>
</cp:coreProperties>
</file>