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5264-C993-1981-F479-D5ACE9DD8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EA323-8229-8A3F-E116-073BA1034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2837A-3A1B-3DC7-FC9B-99B5721F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1D4B9-9E05-ADB1-B8E4-59508DC6E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49DAB-C825-E6A3-AF59-EFF1E8C3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416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5A62-C19B-D421-5EA6-9D830A0E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F7949-423F-8BAE-25B3-623A96C7D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32B88-47B8-DE75-3CB2-6B0427D78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1F5F-4117-2AAA-E214-365684B3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BD3F5-6992-3359-7FEB-542EE789B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5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92FB-BFE6-C4DC-138A-0047F400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78A23-3A15-2866-5432-13F8DE276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509EF-2BD5-A6DC-9D65-59BDFE66F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A839A-E33F-552C-1C88-7C557EABB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71667-009D-F3C8-D33C-DF58B442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262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F02C8-B7AB-FFE1-1E22-7635A40A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92C96-9DA6-DE8A-F87A-25CF80D82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5D564-5525-3552-87D6-8D414BB87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EBFEB-3A02-4853-F120-C6CAB5D1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A35EF-1367-0257-1F7C-C299900D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D3190-98AD-0EE0-6B65-FB4D1BA5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23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1B8F-3EAC-45AB-613E-5145DE9C8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BB087-0FF5-E927-BA30-E5F8E53E7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F6502-5AA2-1868-9967-79A1AD8B4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EF244-9C01-3505-3608-25D8FB174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BCE87-898A-402E-A1AC-403059AAD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FFFBA5-2A8B-54E5-0AEE-9F1C1E5D9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FC8ECB-D9BC-5695-4EBE-91846E4E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7238F-D686-BF48-88CF-E2AA65156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163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7AAD-7B9F-64E1-669C-1738A4485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A9C47-AFEC-BB0B-BF26-3FDEC6AE1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F912F-EDC7-A617-F004-7AA38E431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89F59-4DE7-CDFF-DC7D-EE03801F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84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CF5AAB-7F33-F191-9AA0-2C13CAFA0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4601D2-19BA-F83F-E688-51D20A643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F3993-D715-C993-586C-FDD06686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38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9A06-392A-6BB6-8A07-628CF243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A25D1-15EB-E6FF-C094-50CBD7AB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771BC-21B6-96CE-136F-2C1D8FA83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8966F-89CE-1623-85A4-748B8BBC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E63EF-60C6-F886-686D-62702B92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29F6F-0838-706E-499F-C92CB516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54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848C3-FAED-2760-AB1E-369F2834C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C7313C-6595-D896-3CEF-617FAB03D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DF6A5-D92A-5944-823F-3CE042A34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D6009-8F28-8033-AA1F-2F3A77CF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9BE5E-BCB2-CFCB-70BD-AB293B8FD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32EF0-2AA7-26DA-F35D-FB02B959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746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4F21-79DD-260F-3045-ACEAD746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66D44-1954-5EE2-06A7-B4F9C4027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2F47D-0F3A-229C-EDCB-77CF918B4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A5B28-CAB7-9ADA-6EB1-B866631AA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8E5F8-EA81-622A-E266-85A0ED8E6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52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C95318-978B-3588-623D-6F04BEC376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DF1E08-D9BE-305E-90BA-512DF560E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5B288-91AC-D251-426A-F525D9456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B58F7-C12B-0CB5-30A3-87F9D9CEA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9F31A-DB86-FEAB-B2C5-B5A9ECFDE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653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6BF849-5886-1EE5-9417-4CC92CF4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BC5F6-E4E1-65FB-248C-80B8C4928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82C88-615A-3A71-1997-636B5313FB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665087-E690-4D0C-9F5C-F09C0AC323AB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92904-0048-CDAF-7D1E-F941ECBE0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5509F-77CE-8FF5-7A1D-3FC793EE1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C02DD-26E8-43A7-93E0-3232D202E4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93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EA2D28-E738-DADE-DDC6-ADC2C4DD6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32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B167F-3375-BEB4-4691-29D5D90F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73F63-21F6-616B-85AF-70C5134CC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1DCD5F-9149-3D6B-0938-66487E77D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246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CE286E-D8BC-94E9-5FAA-6BD554BE5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07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E21D-7E0C-BD45-AA17-15127D94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7E59-CA93-7F7D-DC29-331334E0C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56592-261B-66FC-25FA-0681F3B3F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52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Anmol Arora</dc:creator>
  <cp:lastModifiedBy>Anmol Arora</cp:lastModifiedBy>
  <cp:revision>1</cp:revision>
  <dcterms:created xsi:type="dcterms:W3CDTF">2026-05-16T11:12:48Z</dcterms:created>
  <dcterms:modified xsi:type="dcterms:W3CDTF">2026-05-16T11:15:11Z</dcterms:modified>
</cp:coreProperties>
</file>